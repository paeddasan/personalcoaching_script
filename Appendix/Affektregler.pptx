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C94990-D835-79CB-7427-CB6D2F0BDB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D475D7A-81AF-3ED9-A3E7-1BBB63A1A3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9B37090-8D0F-632F-6B14-1F179A3E2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069D6-EA7D-4543-B9DD-6617E56B05FD}" type="datetimeFigureOut">
              <a:rPr lang="de-DE" smtClean="0"/>
              <a:t>22.08.2024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E796500-B2D2-39FA-85C2-ECFE28484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CA110EC-5811-C436-7AC2-76E858240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7DE70-29AD-4A7F-89A8-7DAFBC64901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34624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A59BF0-E4FD-F6F6-87AC-38CA54310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BAEA267-D9C4-076E-A665-01D010E72F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CCE461C-7036-462E-A23F-2F412A7F5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069D6-EA7D-4543-B9DD-6617E56B05FD}" type="datetimeFigureOut">
              <a:rPr lang="de-DE" smtClean="0"/>
              <a:t>22.08.2024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33C0A36-AFB5-3D76-DE46-9EC8C88F9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FA68342-9DD2-DB28-07A5-414045F6A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7DE70-29AD-4A7F-89A8-7DAFBC64901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74456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816BFF-3AF7-6E58-77B6-2AD0F85C1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3B27493-9428-2A38-E3F9-D4D7F2F0C9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EC327BA-E014-13ED-BC40-3C556D5A9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069D6-EA7D-4543-B9DD-6617E56B05FD}" type="datetimeFigureOut">
              <a:rPr lang="de-DE" smtClean="0"/>
              <a:t>22.08.2024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86FFC7B-5749-B40E-27A3-74B7AB814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A0D0EE0-B185-88E7-8076-AC1C92733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7DE70-29AD-4A7F-89A8-7DAFBC64901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18297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7C632C-2425-A111-3267-14FF76284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D65016A-C3A2-2216-4B10-2443E959DC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2E60CAE-E79C-6658-B450-064A374EFE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BDDB16E-5FCC-E5DD-8E6C-7E314F690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069D6-EA7D-4543-B9DD-6617E56B05FD}" type="datetimeFigureOut">
              <a:rPr lang="de-DE" smtClean="0"/>
              <a:t>22.08.2024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3A8673F-4DC8-27D0-D57F-A75BF576E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57BCA6A-E169-499A-56E9-135668DE3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7DE70-29AD-4A7F-89A8-7DAFBC64901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91203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A59E43-543C-6C16-F907-BE3E8C112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6606726-FC58-F859-6E46-6EF0A63EFC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947B252-EE80-EC7F-D0AB-ACFC5355FE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051056E-C6EA-2C1E-22F2-63CA877009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7F4D624-C91C-BF49-8FAF-DC56EB3658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C535F80-DFEC-C7BE-5D57-A00930A61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069D6-EA7D-4543-B9DD-6617E56B05FD}" type="datetimeFigureOut">
              <a:rPr lang="de-DE" smtClean="0"/>
              <a:t>22.08.2024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2C02982-2F0F-3899-53DC-BE9852620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B96047BA-735E-551F-20E4-E056B3E9E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7DE70-29AD-4A7F-89A8-7DAFBC64901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3132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4F759F-6B0F-F28B-EC7D-F4C88F92A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0CCB6E7-0B04-F8E4-F8C5-8BCA8A520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069D6-EA7D-4543-B9DD-6617E56B05FD}" type="datetimeFigureOut">
              <a:rPr lang="de-DE" smtClean="0"/>
              <a:t>22.08.2024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F7BF0A9-B868-C30D-882D-A63984C17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4F9FA70-1B49-4562-7C1D-2939EA133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7DE70-29AD-4A7F-89A8-7DAFBC64901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3106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2488C10-2CBB-0AA6-DCFC-CB2540FEE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069D6-EA7D-4543-B9DD-6617E56B05FD}" type="datetimeFigureOut">
              <a:rPr lang="de-DE" smtClean="0"/>
              <a:t>22.08.2024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0172036-2F6E-8B78-5DE6-93F7537E4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F5DC2FE-BAFD-8EFE-B579-20684E8DF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7DE70-29AD-4A7F-89A8-7DAFBC64901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33342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67D323-7E16-5B86-65AD-49073197E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14A08C3-ED8B-9557-57C2-41188B1303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067DB58-F920-B76A-9928-B1C2F37AD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53D4DE0-F225-C1FE-B395-66C36123C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069D6-EA7D-4543-B9DD-6617E56B05FD}" type="datetimeFigureOut">
              <a:rPr lang="de-DE" smtClean="0"/>
              <a:t>22.08.2024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1741E02-50B5-B208-0491-D0F3202FD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047BF08-2454-0599-381D-BDE13A91E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7DE70-29AD-4A7F-89A8-7DAFBC64901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22868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004D43-59F7-3EA3-50F3-151A5361A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1F24AAB-D1CB-A704-7BA5-062E672D87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53E433D-7C2F-780D-4E7D-9BCF34141F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9701EA5-C47F-CB50-0237-D89E40D99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069D6-EA7D-4543-B9DD-6617E56B05FD}" type="datetimeFigureOut">
              <a:rPr lang="de-DE" smtClean="0"/>
              <a:t>22.08.2024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6AE17C3-6505-0B8A-8E6A-DB0B2EB20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FA777FE-EB80-CC0A-D546-DEE050175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7DE70-29AD-4A7F-89A8-7DAFBC64901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00210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04A52A-4EF2-5556-F2FC-F99645217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EE6F7A5-D2D1-8FD8-87C6-E823128D06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7931082-9ED8-E067-9F42-BE45DC5F4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069D6-EA7D-4543-B9DD-6617E56B05FD}" type="datetimeFigureOut">
              <a:rPr lang="de-DE" smtClean="0"/>
              <a:t>22.08.2024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6761AD3-3499-92B3-0AB3-9BBEAB6CC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A91CE70-D05B-85A6-8E19-C1A3F9B4A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7DE70-29AD-4A7F-89A8-7DAFBC64901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54320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EF1E97FD-4EC3-A523-95F7-C036309803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349DF84-9EC7-5A0D-368A-50BC2BA9A9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ADE38EB-63AE-6D2F-3AA4-10C29F802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069D6-EA7D-4543-B9DD-6617E56B05FD}" type="datetimeFigureOut">
              <a:rPr lang="de-DE" smtClean="0"/>
              <a:t>22.08.2024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6E7F9D6-2934-F8C6-2ABD-2622528A1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7B8497A-53FB-8DAB-0249-651451E43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7DE70-29AD-4A7F-89A8-7DAFBC64901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08772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F1279CD-1EBA-F2F1-B13D-7EA21E072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AFC8D5A-ECCD-A6EC-F531-3C63C6BF2F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C4B7F16-8264-9A42-A1F9-90DD237380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0069D6-EA7D-4543-B9DD-6617E56B05FD}" type="datetimeFigureOut">
              <a:rPr lang="de-DE" smtClean="0"/>
              <a:t>22.08.2024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5A00745-00A1-5938-4E86-3086AD76E3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E7A4512-81E7-9873-CAFC-1B9E68AB98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A7DE70-29AD-4A7F-89A8-7DAFBC64901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04827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53AC3A3D-5167-49F1-401F-3259C16A7083}"/>
              </a:ext>
            </a:extLst>
          </p:cNvPr>
          <p:cNvSpPr/>
          <p:nvPr/>
        </p:nvSpPr>
        <p:spPr>
          <a:xfrm>
            <a:off x="4781096" y="2027972"/>
            <a:ext cx="432000" cy="3600000"/>
          </a:xfrm>
          <a:prstGeom prst="roundRect">
            <a:avLst/>
          </a:prstGeom>
          <a:noFill/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71308155-146D-223A-0D69-8F158E3C2756}"/>
              </a:ext>
            </a:extLst>
          </p:cNvPr>
          <p:cNvSpPr/>
          <p:nvPr/>
        </p:nvSpPr>
        <p:spPr>
          <a:xfrm>
            <a:off x="4781096" y="4196028"/>
            <a:ext cx="432000" cy="720000"/>
          </a:xfrm>
          <a:prstGeom prst="rect">
            <a:avLst/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22D39564-CB6D-1E36-5530-B9BC5B1E1946}"/>
              </a:ext>
            </a:extLst>
          </p:cNvPr>
          <p:cNvSpPr/>
          <p:nvPr/>
        </p:nvSpPr>
        <p:spPr>
          <a:xfrm>
            <a:off x="4781096" y="3467972"/>
            <a:ext cx="432000" cy="720000"/>
          </a:xfrm>
          <a:prstGeom prst="rect">
            <a:avLst/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28C09040-63C5-1F73-76DC-54CB27BE879F}"/>
              </a:ext>
            </a:extLst>
          </p:cNvPr>
          <p:cNvSpPr/>
          <p:nvPr/>
        </p:nvSpPr>
        <p:spPr>
          <a:xfrm>
            <a:off x="4781096" y="2748969"/>
            <a:ext cx="432000" cy="720000"/>
          </a:xfrm>
          <a:prstGeom prst="rect">
            <a:avLst/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9CF27F61-06C2-F23A-8AD3-192A0F837C0E}"/>
              </a:ext>
            </a:extLst>
          </p:cNvPr>
          <p:cNvSpPr/>
          <p:nvPr/>
        </p:nvSpPr>
        <p:spPr>
          <a:xfrm>
            <a:off x="4781096" y="4916028"/>
            <a:ext cx="432000" cy="36000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D4C087A1-8677-59C7-81C9-FEEB04E88B64}"/>
              </a:ext>
            </a:extLst>
          </p:cNvPr>
          <p:cNvSpPr/>
          <p:nvPr/>
        </p:nvSpPr>
        <p:spPr>
          <a:xfrm>
            <a:off x="4781096" y="4566898"/>
            <a:ext cx="432000" cy="36000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DED4F7FC-BFEA-5F4F-8D0F-9FE7A24AD8AB}"/>
              </a:ext>
            </a:extLst>
          </p:cNvPr>
          <p:cNvSpPr/>
          <p:nvPr/>
        </p:nvSpPr>
        <p:spPr>
          <a:xfrm>
            <a:off x="4781096" y="3827972"/>
            <a:ext cx="432000" cy="36000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11568CEC-4374-B44E-1F2F-5A660459669B}"/>
              </a:ext>
            </a:extLst>
          </p:cNvPr>
          <p:cNvSpPr/>
          <p:nvPr/>
        </p:nvSpPr>
        <p:spPr>
          <a:xfrm>
            <a:off x="4781096" y="3103944"/>
            <a:ext cx="432000" cy="36000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193E17C8-D3D9-E9B1-1E78-D8CB013E79D7}"/>
              </a:ext>
            </a:extLst>
          </p:cNvPr>
          <p:cNvSpPr/>
          <p:nvPr/>
        </p:nvSpPr>
        <p:spPr>
          <a:xfrm>
            <a:off x="4781096" y="2378099"/>
            <a:ext cx="432000" cy="36000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1" name="Grafik 20" descr="Marke folgen mit einfarbiger Füllung">
            <a:extLst>
              <a:ext uri="{FF2B5EF4-FFF2-40B4-BE49-F238E27FC236}">
                <a16:creationId xmlns:a16="http://schemas.microsoft.com/office/drawing/2014/main" id="{6E9B36DC-1C39-D248-DDED-80EC73D9EF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37096" y="1183613"/>
            <a:ext cx="720000" cy="720000"/>
          </a:xfrm>
          <a:prstGeom prst="rect">
            <a:avLst/>
          </a:prstGeom>
        </p:spPr>
      </p:pic>
      <p:pic>
        <p:nvPicPr>
          <p:cNvPr id="23" name="Grafik 22" descr="Markee nicht mehr folgen mit einfarbiger Füllung">
            <a:extLst>
              <a:ext uri="{FF2B5EF4-FFF2-40B4-BE49-F238E27FC236}">
                <a16:creationId xmlns:a16="http://schemas.microsoft.com/office/drawing/2014/main" id="{94B600EC-1816-8C88-B0AF-B395129C83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17102" y="1178916"/>
            <a:ext cx="720000" cy="720000"/>
          </a:xfrm>
          <a:prstGeom prst="rect">
            <a:avLst/>
          </a:prstGeom>
        </p:spPr>
      </p:pic>
      <p:sp>
        <p:nvSpPr>
          <p:cNvPr id="24" name="Textfeld 23">
            <a:extLst>
              <a:ext uri="{FF2B5EF4-FFF2-40B4-BE49-F238E27FC236}">
                <a16:creationId xmlns:a16="http://schemas.microsoft.com/office/drawing/2014/main" id="{F2981D0A-4873-3DCD-BBFA-1E1740C25608}"/>
              </a:ext>
            </a:extLst>
          </p:cNvPr>
          <p:cNvSpPr txBox="1"/>
          <p:nvPr/>
        </p:nvSpPr>
        <p:spPr>
          <a:xfrm>
            <a:off x="5213096" y="3647972"/>
            <a:ext cx="742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50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EE7835BB-88A7-C666-7890-3E5F133DC898}"/>
              </a:ext>
            </a:extLst>
          </p:cNvPr>
          <p:cNvSpPr txBox="1"/>
          <p:nvPr/>
        </p:nvSpPr>
        <p:spPr>
          <a:xfrm>
            <a:off x="5213096" y="5443306"/>
            <a:ext cx="742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0</a:t>
            </a:r>
          </a:p>
        </p:txBody>
      </p: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8A9F7756-A68C-3134-5571-C3284B0BF951}"/>
              </a:ext>
            </a:extLst>
          </p:cNvPr>
          <p:cNvCxnSpPr>
            <a:stCxn id="12" idx="1"/>
            <a:endCxn id="2" idx="3"/>
          </p:cNvCxnSpPr>
          <p:nvPr/>
        </p:nvCxnSpPr>
        <p:spPr>
          <a:xfrm>
            <a:off x="4781096" y="3827972"/>
            <a:ext cx="43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Textfeld 28">
            <a:extLst>
              <a:ext uri="{FF2B5EF4-FFF2-40B4-BE49-F238E27FC236}">
                <a16:creationId xmlns:a16="http://schemas.microsoft.com/office/drawing/2014/main" id="{BA55F4B8-11B8-0C65-4805-8045A701996A}"/>
              </a:ext>
            </a:extLst>
          </p:cNvPr>
          <p:cNvSpPr txBox="1"/>
          <p:nvPr/>
        </p:nvSpPr>
        <p:spPr>
          <a:xfrm>
            <a:off x="5213096" y="1852638"/>
            <a:ext cx="742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100</a:t>
            </a:r>
          </a:p>
        </p:txBody>
      </p:sp>
      <p:sp>
        <p:nvSpPr>
          <p:cNvPr id="30" name="Rechteck: abgerundete Ecken 29">
            <a:extLst>
              <a:ext uri="{FF2B5EF4-FFF2-40B4-BE49-F238E27FC236}">
                <a16:creationId xmlns:a16="http://schemas.microsoft.com/office/drawing/2014/main" id="{909A51B3-9821-C404-CC2B-78CF85D6A821}"/>
              </a:ext>
            </a:extLst>
          </p:cNvPr>
          <p:cNvSpPr/>
          <p:nvPr/>
        </p:nvSpPr>
        <p:spPr>
          <a:xfrm>
            <a:off x="6851196" y="2023306"/>
            <a:ext cx="432000" cy="3600000"/>
          </a:xfrm>
          <a:prstGeom prst="roundRect">
            <a:avLst/>
          </a:prstGeom>
          <a:noFill/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B6B14157-F6AB-DB2A-0638-262DA28D4117}"/>
              </a:ext>
            </a:extLst>
          </p:cNvPr>
          <p:cNvSpPr/>
          <p:nvPr/>
        </p:nvSpPr>
        <p:spPr>
          <a:xfrm>
            <a:off x="6851196" y="4191362"/>
            <a:ext cx="432000" cy="720000"/>
          </a:xfrm>
          <a:prstGeom prst="rect">
            <a:avLst/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6C5E8D92-1FFA-54B9-29C9-2A927190047D}"/>
              </a:ext>
            </a:extLst>
          </p:cNvPr>
          <p:cNvSpPr/>
          <p:nvPr/>
        </p:nvSpPr>
        <p:spPr>
          <a:xfrm>
            <a:off x="6851196" y="3463306"/>
            <a:ext cx="432000" cy="720000"/>
          </a:xfrm>
          <a:prstGeom prst="rect">
            <a:avLst/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FA0A86F9-4F59-F633-6116-B2ACC9D0868E}"/>
              </a:ext>
            </a:extLst>
          </p:cNvPr>
          <p:cNvSpPr/>
          <p:nvPr/>
        </p:nvSpPr>
        <p:spPr>
          <a:xfrm>
            <a:off x="6851196" y="2744303"/>
            <a:ext cx="432000" cy="720000"/>
          </a:xfrm>
          <a:prstGeom prst="rect">
            <a:avLst/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3A19DB18-0C45-B832-2770-278FE403A833}"/>
              </a:ext>
            </a:extLst>
          </p:cNvPr>
          <p:cNvSpPr/>
          <p:nvPr/>
        </p:nvSpPr>
        <p:spPr>
          <a:xfrm>
            <a:off x="6851196" y="4911362"/>
            <a:ext cx="432000" cy="36000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2D9A507C-4FD8-B634-AB30-DF7EB8425268}"/>
              </a:ext>
            </a:extLst>
          </p:cNvPr>
          <p:cNvSpPr/>
          <p:nvPr/>
        </p:nvSpPr>
        <p:spPr>
          <a:xfrm>
            <a:off x="6851196" y="4562232"/>
            <a:ext cx="432000" cy="36000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1A6150A4-412F-218B-BCC0-93B09AC5F7F8}"/>
              </a:ext>
            </a:extLst>
          </p:cNvPr>
          <p:cNvSpPr/>
          <p:nvPr/>
        </p:nvSpPr>
        <p:spPr>
          <a:xfrm>
            <a:off x="6851196" y="3823306"/>
            <a:ext cx="432000" cy="36000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ED0CD67A-82BC-2535-A70E-2DEB6E178756}"/>
              </a:ext>
            </a:extLst>
          </p:cNvPr>
          <p:cNvSpPr/>
          <p:nvPr/>
        </p:nvSpPr>
        <p:spPr>
          <a:xfrm>
            <a:off x="6851196" y="3099278"/>
            <a:ext cx="432000" cy="36000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8BFBB417-D1DF-47DE-E679-080716335BB6}"/>
              </a:ext>
            </a:extLst>
          </p:cNvPr>
          <p:cNvSpPr/>
          <p:nvPr/>
        </p:nvSpPr>
        <p:spPr>
          <a:xfrm>
            <a:off x="6851196" y="2373433"/>
            <a:ext cx="432000" cy="36000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03FECF68-E52C-2C88-558A-DA7B93638EB1}"/>
              </a:ext>
            </a:extLst>
          </p:cNvPr>
          <p:cNvSpPr txBox="1"/>
          <p:nvPr/>
        </p:nvSpPr>
        <p:spPr>
          <a:xfrm>
            <a:off x="7283196" y="3643306"/>
            <a:ext cx="742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50</a:t>
            </a: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70A03B44-52D9-ED77-2795-93C366B8ED1A}"/>
              </a:ext>
            </a:extLst>
          </p:cNvPr>
          <p:cNvSpPr txBox="1"/>
          <p:nvPr/>
        </p:nvSpPr>
        <p:spPr>
          <a:xfrm>
            <a:off x="7283196" y="5438640"/>
            <a:ext cx="742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0</a:t>
            </a:r>
          </a:p>
        </p:txBody>
      </p:sp>
      <p:cxnSp>
        <p:nvCxnSpPr>
          <p:cNvPr id="41" name="Gerader Verbinder 40">
            <a:extLst>
              <a:ext uri="{FF2B5EF4-FFF2-40B4-BE49-F238E27FC236}">
                <a16:creationId xmlns:a16="http://schemas.microsoft.com/office/drawing/2014/main" id="{97A4E659-563B-123D-8F78-A13949AAC0BD}"/>
              </a:ext>
            </a:extLst>
          </p:cNvPr>
          <p:cNvCxnSpPr>
            <a:stCxn id="32" idx="1"/>
            <a:endCxn id="30" idx="3"/>
          </p:cNvCxnSpPr>
          <p:nvPr/>
        </p:nvCxnSpPr>
        <p:spPr>
          <a:xfrm>
            <a:off x="6851196" y="3823306"/>
            <a:ext cx="43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Textfeld 41">
            <a:extLst>
              <a:ext uri="{FF2B5EF4-FFF2-40B4-BE49-F238E27FC236}">
                <a16:creationId xmlns:a16="http://schemas.microsoft.com/office/drawing/2014/main" id="{0C575CAA-2C10-212F-5E61-FF2772EEF8ED}"/>
              </a:ext>
            </a:extLst>
          </p:cNvPr>
          <p:cNvSpPr txBox="1"/>
          <p:nvPr/>
        </p:nvSpPr>
        <p:spPr>
          <a:xfrm>
            <a:off x="7283196" y="1847972"/>
            <a:ext cx="742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100</a:t>
            </a: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23E19F98-7B7A-E4AB-C5B8-D51C09873CD1}"/>
              </a:ext>
            </a:extLst>
          </p:cNvPr>
          <p:cNvSpPr txBox="1"/>
          <p:nvPr/>
        </p:nvSpPr>
        <p:spPr>
          <a:xfrm>
            <a:off x="3669030" y="570059"/>
            <a:ext cx="48539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dirty="0"/>
              <a:t>Affektregler</a:t>
            </a:r>
          </a:p>
        </p:txBody>
      </p:sp>
    </p:spTree>
    <p:extLst>
      <p:ext uri="{BB962C8B-B14F-4D97-AF65-F5344CB8AC3E}">
        <p14:creationId xmlns:p14="http://schemas.microsoft.com/office/powerpoint/2010/main" val="9057365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</Words>
  <Application>Microsoft Office PowerPoint</Application>
  <PresentationFormat>Breitbild</PresentationFormat>
  <Paragraphs>7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>Universitaet Wien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Peter Raidl</dc:creator>
  <cp:lastModifiedBy>Peter Raidl</cp:lastModifiedBy>
  <cp:revision>1</cp:revision>
  <dcterms:created xsi:type="dcterms:W3CDTF">2024-08-22T09:07:50Z</dcterms:created>
  <dcterms:modified xsi:type="dcterms:W3CDTF">2024-08-22T09:28:47Z</dcterms:modified>
</cp:coreProperties>
</file>